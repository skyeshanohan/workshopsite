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Promise for the day: local preview → one change → commit → branch/PR → live Pages URL. Leave cover up while people settle. Press R only for ZIPs or the walkthrough.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 of done: one focused change they can explain, review, and publish. Schedule lives in the facilitator guide — do not read the clock aloud unless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until every hand is up for unzipped folder. Also create empty Public repo with no README. Folder name should be my-resume-site. Do not git init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 VS Code experience: File→Open Folder, trust authors, Activity Bar = Explorer, Terminal→New Terminal. Cold-call: which folder has package.json? Wait for localhost before continuing.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Explorer live: src → data → profile.js. Photo goes in public/. Empty arrays stay hidden. Do not teach Source Control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Spine of the day. Cold-call: if you saved in VS Code, is the live site updated? Wait for no. Revisit whenever someone says I pushed but the site didn’t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git init through push. Public repo required. If push asks for password: browser sign-in or PAT with repo scope — never account password. Student guide Step 3 for auth recovery.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everyone run git status once. Safe reads only. Rule: status before you change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Live-demo Source Control. Do not stage everything blindly. Good messages beat vague ones. After commit, Publish/Sync comes on the next slide with branches.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Status Bar → Create new branch → add-featured-project. Status Bar must show the new name before they edit. Ask: why not commit feature work on main? Keep this slide simple — detail is in the walkthrough.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their edit on the feature branch: Source Control → stage → commit → Publish Branch. Then GitHub can open a PR. Terminal optional: git push -u origin add-featured-project.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invent one featured-project issue with checkable criteria. Partner check: could a stranger verify done?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 1: explain only. Pass 2: one focused edit in profile.js. Never paste secrets. They own the review. Full prompts are in the student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 before PR. Have students shout when local preview looks right. One-sentence diff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Browser: Compare &amp; pull request. base main, compare feature branch. Files changed is the review. Merge only when criteria pass. Partner review if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must be GitHub Actions. First run often fails until Source is set — teach Re-run all jobs. Feature branches do not publish. Cold-call: does pushing a feature branch publish? Wait for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Help-desk slide for lab. Protocol: status → reproduce → first error → one fix. More cases in the student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up ~30 min. Circulate: issue, Status Bar branch name, Source Control diff. Prefer a finished small change over a perfect portfolio.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Gallery walk or pair share. Issue → diff → PR → URL. Ask one Copilot line + one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Park during leftover lab. Exit ticket aloud. Resources (R) for ZIP and walkthrough.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your laptop to a live site.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115568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starter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one change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and review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OPEN WHILE YOU WORK · ← → · R RESOURCES · N NOTES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one change. Publish it.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1155680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locally VS Code + localhost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one thing in profile.js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+ PR review before merge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live URL not just local preview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locally: VS Code + localhost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one thing: in profile.js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+ PR: review before merge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live URL: not just local preview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Download. Unzip. Open the folder.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1155680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the starter ZIP portfolio-starter.zip ↓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Unzip you should get my-resume-site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empty Public repo no README · no .gitignore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the starter ZIP: portfolio-starter.zip ↓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Unzip: you should get my-resume-site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empty Public repo: no README · no .gitignore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folder. Run it.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1155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→ Open Folder… my-resume-site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→ New Terminal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two commands then open localhost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→ Open Folder…: my-resume-site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→ New Terminal Run the two commands: then open localhost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EDIT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src/data/profile.js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115568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about, skills, education, projects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photo: public/photo.jpg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unused lists as []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MODEL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 is not publishing.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11556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≠ commit ≠ push ≠ deploy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live web deck for full layout and screenshots.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PUSH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the project to GitHub.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Public repo. No README. Second terminal if npm run dev is still running.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111556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push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live web deck for full layout and screenshots.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READS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git status 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115568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status What changed? Which branch?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diff What did I edit?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remote -v Where does push go?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CONTROL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diff. Then commit.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1155680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Control Activity Bar · branch icon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file read green / red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with + only what you mean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→ Commit e.g. Add featured project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Control: Activity Bar · branch icon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file: read green / red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with +: only what you mean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→ Commit: e.g. Add featured project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WORK ON MAIN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branch for the task.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1155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branch name bottom-left Status Bar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new branch…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it add-featured-project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branch name: bottom-left Status Bar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new branch… Name it: add-featured-project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YOU EDIT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Commit. Publish the branch.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115568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profile.js · save · refresh localhost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Control · stage (+) · message · Commit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Branch or Sync Changes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an issue.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1155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→ New issue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Add a featured project card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honest summary · working link · readable on phone · no secrets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→ New issue Title: Add a featured project card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Checks: honest summary · working link · readable on phone · no secrets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task. You review it.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1155680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it to explain first no edits yet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ask for one change in profile.js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every line you are responsible for it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it to explain first: no edits yet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ask for one change: in profile.js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every line: you are responsible for 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LOCALLY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pull request.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115568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 shows only the intended files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 looks right on a narrow window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explain the change in one sentence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pull request. Read Files changed.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115568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&amp; pull request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main · compare: your branch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changed · match the issue?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when it is correct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SITE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to main. Open the URL.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115568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→ Pages · Source = GitHub Actions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· wait for green (Re-run if needed)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site · test the real URL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error. Fix one thing.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115568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/ password — browser sign-in or PAT, not your GitHub password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failed — open the log, fix the first real error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 on the site — Pages source set? Latest run green? Full project URL?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missing — merged to main ? Hard refresh?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 MINUTES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featured project change.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115568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with clear checks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add-featured-project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· commit · publish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· Files changed · merge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four things.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1155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URL or Actions status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Diff Pull request Live URL: or Actions status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first. Diff always. Verify the URL.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115568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Code: Status Bar · Source Control · Publish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Issue · PR · Files changed · Merge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Pages: Actions green · Visit site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Stuck: git status · first error · ask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1 — Git &amp; GitHub</dc:title>
  <dc:subject>Facilitator deck export from the workshop site</dc:subject>
  <dc:creator>MIS Club · Wichita State</dc:creator>
  <cp:lastModifiedBy>MIS Club · Wichita State</cp:lastModifiedBy>
  <cp:revision>1</cp:revision>
  <dcterms:created xsi:type="dcterms:W3CDTF">2026-10-20T16:44:48Z</dcterms:created>
  <dcterms:modified xsi:type="dcterms:W3CDTF">2026-10-20T16:44:48Z</dcterms:modified>
</cp:coreProperties>
</file>